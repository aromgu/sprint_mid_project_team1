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4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E8C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중급 프로젝트 · RAG 시스템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BF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[프로젝트 제목을 입력하세요]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8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[입찰/RFP 문서 기반 질의응답 RAG 시스템 — 한 줄 소개를 입력하세요]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5A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[팀명]  ·  [팀원 이름]  ·  [발표일]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92640" y="548640"/>
            <a:ext cx="1920240" cy="1920240"/>
          </a:xfrm>
          <a:prstGeom prst="ellipse">
            <a:avLst/>
          </a:prstGeom>
          <a:solidFill>
            <a:srgbClr val="7A8F73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4389120"/>
            <a:ext cx="1188720" cy="1188720"/>
          </a:xfrm>
          <a:prstGeom prst="ellipse">
            <a:avLst/>
          </a:prstGeom>
          <a:solidFill>
            <a:srgbClr val="C98A7D">
              <a:alpha val="6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4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8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737360" y="17830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배경 및 목적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737360" y="31546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389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8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737360" y="45262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1645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498080" y="17830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평가 결과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8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498080" y="31546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 (Demo)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4389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498080" y="45262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및 향후 개선 방향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[팀명을 입력하세요]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365760" cy="365760"/>
          </a:xfrm>
          <a:prstGeom prst="ellipse">
            <a:avLst/>
          </a:prstGeom>
          <a:solidFill>
            <a:srgbClr val="C98A7D"/>
          </a:solidFill>
          <a:ln/>
        </p:spPr>
      </p:sp>
      <p:sp>
        <p:nvSpPr>
          <p:cNvPr id="3" name="Text 1"/>
          <p:cNvSpPr/>
          <p:nvPr/>
        </p:nvSpPr>
        <p:spPr>
          <a:xfrm>
            <a:off x="132588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A4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배경 및 목적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[어떤 문제 상황에서 이 프로젝트를 시작하게 되었는지 입력하세요. 예: 입찰 담당자가 방대한 RFP 문서를 일일이 검토하는 데 걸리는 시간과 어려움]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[이 프로젝트로 달성하고자 하는 목표를 입력하세요. 예: RFP 문서 기반 질의응답이 가능한 RAG 시스템 구축]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9377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[기대되는 효과를 입력하세요. 예: 문서 검토 시간 단축, 검색 정확도 향상]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949440" y="1463040"/>
            <a:ext cx="4389120" cy="4297680"/>
          </a:xfrm>
          <a:prstGeom prst="rect">
            <a:avLst/>
          </a:prstGeom>
          <a:solidFill>
            <a:srgbClr val="F1EADD"/>
          </a:solidFill>
          <a:ln w="19050">
            <a:solidFill>
              <a:srgbClr val="C9BCA3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949440" y="1463040"/>
            <a:ext cx="4389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[관련 이미지 또는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상황 다이어그램 자리]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[팀명을 입력하세요]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365760" cy="365760"/>
          </a:xfrm>
          <a:prstGeom prst="ellipse">
            <a:avLst/>
          </a:prstGeom>
          <a:solidFill>
            <a:srgbClr val="C98A7D"/>
          </a:solidFill>
          <a:ln/>
        </p:spPr>
      </p:sp>
      <p:sp>
        <p:nvSpPr>
          <p:cNvPr id="3" name="Text 1"/>
          <p:cNvSpPr/>
          <p:nvPr/>
        </p:nvSpPr>
        <p:spPr>
          <a:xfrm>
            <a:off x="132588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A4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아키텍처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[RAG 파이프라인 전체 구조를 넣는 슬라이드입니다. 문서 수집 → 청킹 → 임베딩 → 벡터DB 저장 → 검색 → 생성(LLM) 순서로 구성하면 좋습니다]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10515600" cy="3749040"/>
          </a:xfrm>
          <a:prstGeom prst="rect">
            <a:avLst/>
          </a:prstGeom>
          <a:solidFill>
            <a:srgbClr val="F1EADD"/>
          </a:solidFill>
          <a:ln w="19050">
            <a:solidFill>
              <a:srgbClr val="C9BCA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10515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[전체 아키텍처 다이어그램 자리]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(문서 수집 → 전처리/청킹 → 임베딩 → 벡터 DB → 검색/리트리버 → LLM 답변 생성)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[팀명을 입력하세요]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365760" cy="365760"/>
          </a:xfrm>
          <a:prstGeom prst="ellipse">
            <a:avLst/>
          </a:prstGeom>
          <a:solidFill>
            <a:srgbClr val="C98A7D"/>
          </a:solidFill>
          <a:ln/>
        </p:spPr>
      </p:sp>
      <p:sp>
        <p:nvSpPr>
          <p:cNvPr id="3" name="Text 1"/>
          <p:cNvSpPr/>
          <p:nvPr/>
        </p:nvSpPr>
        <p:spPr>
          <a:xfrm>
            <a:off x="132588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A4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 스택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2468880" cy="3931920"/>
          </a:xfrm>
          <a:prstGeom prst="rect">
            <a:avLst/>
          </a:prstGeom>
          <a:solidFill>
            <a:srgbClr val="F1EADD"/>
          </a:solidFill>
          <a:ln/>
        </p:spPr>
      </p:sp>
      <p:sp>
        <p:nvSpPr>
          <p:cNvPr id="5" name="Shape 3"/>
          <p:cNvSpPr/>
          <p:nvPr/>
        </p:nvSpPr>
        <p:spPr>
          <a:xfrm>
            <a:off x="1691640" y="1828800"/>
            <a:ext cx="731520" cy="731520"/>
          </a:xfrm>
          <a:prstGeom prst="ellipse">
            <a:avLst/>
          </a:prstGeom>
          <a:solidFill>
            <a:srgbClr val="C98A7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모델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33375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[사용한 임베딩 모델을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입력하세요]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1554480"/>
            <a:ext cx="2468880" cy="3931920"/>
          </a:xfrm>
          <a:prstGeom prst="rect">
            <a:avLst/>
          </a:prstGeom>
          <a:solidFill>
            <a:srgbClr val="F1EADD"/>
          </a:solidFill>
          <a:ln/>
        </p:spPr>
      </p:sp>
      <p:sp>
        <p:nvSpPr>
          <p:cNvPr id="9" name="Shape 7"/>
          <p:cNvSpPr/>
          <p:nvPr/>
        </p:nvSpPr>
        <p:spPr>
          <a:xfrm>
            <a:off x="4434840" y="1828800"/>
            <a:ext cx="731520" cy="731520"/>
          </a:xfrm>
          <a:prstGeom prst="ellipse">
            <a:avLst/>
          </a:prstGeom>
          <a:solidFill>
            <a:srgbClr val="C98A7D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데이터베이스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3320" y="33375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[사용한 벡터 DB를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입력하세요]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468880" cy="3931920"/>
          </a:xfrm>
          <a:prstGeom prst="rect">
            <a:avLst/>
          </a:prstGeom>
          <a:solidFill>
            <a:srgbClr val="F1EADD"/>
          </a:solidFill>
          <a:ln/>
        </p:spPr>
      </p:sp>
      <p:sp>
        <p:nvSpPr>
          <p:cNvPr id="13" name="Shape 11"/>
          <p:cNvSpPr/>
          <p:nvPr/>
        </p:nvSpPr>
        <p:spPr>
          <a:xfrm>
            <a:off x="7178040" y="1828800"/>
            <a:ext cx="731520" cy="731520"/>
          </a:xfrm>
          <a:prstGeom prst="ellipse">
            <a:avLst/>
          </a:prstGeom>
          <a:solidFill>
            <a:srgbClr val="C98A7D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33375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[사용한 LLM을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입력하세요]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1554480"/>
            <a:ext cx="2468880" cy="3931920"/>
          </a:xfrm>
          <a:prstGeom prst="rect">
            <a:avLst/>
          </a:prstGeom>
          <a:solidFill>
            <a:srgbClr val="F1EADD"/>
          </a:solidFill>
          <a:ln/>
        </p:spPr>
      </p:sp>
      <p:sp>
        <p:nvSpPr>
          <p:cNvPr id="17" name="Shape 15"/>
          <p:cNvSpPr/>
          <p:nvPr/>
        </p:nvSpPr>
        <p:spPr>
          <a:xfrm>
            <a:off x="9921240" y="1828800"/>
            <a:ext cx="731520" cy="731520"/>
          </a:xfrm>
          <a:prstGeom prst="ellipse">
            <a:avLst/>
          </a:prstGeom>
          <a:solidFill>
            <a:srgbClr val="C98A7D"/>
          </a:solidFill>
          <a:ln/>
        </p:spPr>
      </p:sp>
      <p:sp>
        <p:nvSpPr>
          <p:cNvPr id="18" name="Text 16"/>
          <p:cNvSpPr/>
          <p:nvPr/>
        </p:nvSpPr>
        <p:spPr>
          <a:xfrm>
            <a:off x="918972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프레임워크 / 도구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89720" y="33375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[LangChain, FastAPI 등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입력하세요]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[팀명을 입력하세요]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365760" cy="365760"/>
          </a:xfrm>
          <a:prstGeom prst="ellipse">
            <a:avLst/>
          </a:prstGeom>
          <a:solidFill>
            <a:srgbClr val="C98A7D"/>
          </a:solidFill>
          <a:ln/>
        </p:spPr>
      </p:sp>
      <p:sp>
        <p:nvSpPr>
          <p:cNvPr id="3" name="Text 1"/>
          <p:cNvSpPr/>
          <p:nvPr/>
        </p:nvSpPr>
        <p:spPr>
          <a:xfrm>
            <a:off x="132588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A4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성능 평가 결과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A8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[00%]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(Accuracy)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554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A8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[0.00]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92608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Score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554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A8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[0.0초]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02920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응답 속도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[평가 지표는 프로젝트에 맞게 자유롭게 교체하세요. 예: Precision, Recall, F1, 응답 정확도, 사용자 만족도 등]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566160"/>
            <a:ext cx="10515600" cy="2651760"/>
          </a:xfrm>
          <a:prstGeom prst="rect">
            <a:avLst/>
          </a:prstGeom>
          <a:solidFill>
            <a:srgbClr val="F1EADD"/>
          </a:solidFill>
          <a:ln w="19050">
            <a:solidFill>
              <a:srgbClr val="C9BCA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822960" y="3566160"/>
            <a:ext cx="10515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[성능 비교 표 또는 차트 자리]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(예: 모델별/전략별 비교, Before-After 비교 등)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[팀명을 입력하세요]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365760" cy="365760"/>
          </a:xfrm>
          <a:prstGeom prst="ellipse">
            <a:avLst/>
          </a:prstGeom>
          <a:solidFill>
            <a:srgbClr val="C98A7D"/>
          </a:solidFill>
          <a:ln/>
        </p:spPr>
      </p:sp>
      <p:sp>
        <p:nvSpPr>
          <p:cNvPr id="3" name="Text 1"/>
          <p:cNvSpPr/>
          <p:nvPr/>
        </p:nvSpPr>
        <p:spPr>
          <a:xfrm>
            <a:off x="132588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A4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시연 (Demo)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[시연 화면 스크린샷을 넣는 슬라이드입니다. 실제 질의응답 예시(질문-답변 캡처)를 넣으면 효과적입니다]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5120640" cy="3749040"/>
          </a:xfrm>
          <a:prstGeom prst="rect">
            <a:avLst/>
          </a:prstGeom>
          <a:solidFill>
            <a:srgbClr val="F1EADD"/>
          </a:solidFill>
          <a:ln w="19050">
            <a:solidFill>
              <a:srgbClr val="C9BCA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[시스템 UI 화면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스크린샷 자리]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120640" cy="3749040"/>
          </a:xfrm>
          <a:prstGeom prst="rect">
            <a:avLst/>
          </a:prstGeom>
          <a:solidFill>
            <a:srgbClr val="F1EADD"/>
          </a:solidFill>
          <a:ln w="19050">
            <a:solidFill>
              <a:srgbClr val="C9BCA3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217920" y="201168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[질문-답변 예시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스크린샷 자리]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[팀명을 입력하세요]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E4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F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 및 향후 개선 방향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5029200" cy="4114800"/>
          </a:xfrm>
          <a:prstGeom prst="rect">
            <a:avLst/>
          </a:prstGeom>
          <a:solidFill>
            <a:srgbClr val="4E5B49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874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잘된 점 / 성과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37744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[프로젝트에서 잘 되었던 점을 입력하세요]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[항목 1]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[항목 2]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[항목 3]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645920"/>
            <a:ext cx="5029200" cy="4114800"/>
          </a:xfrm>
          <a:prstGeom prst="rect">
            <a:avLst/>
          </a:prstGeom>
          <a:solidFill>
            <a:srgbClr val="4E5B49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874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향후 개선 방향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37744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[향후 개선하고 싶은 부분을 입력하세요]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[항목 1]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[항목 2]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[항목 3]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[팀명을 입력하세요]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2026-07-31T00:44:47Z</dcterms:created>
  <dcterms:modified xsi:type="dcterms:W3CDTF">2026-07-31T00:44:47Z</dcterms:modified>
</cp:coreProperties>
</file>