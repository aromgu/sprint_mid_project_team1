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overview.png"/><Relationship Id="rId4" Type="http://schemas.openxmlformats.org/officeDocument/2006/relationships/image" Target="../media/go-no-go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중급 프로젝트 · RAG 시스템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8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입찰/RFP 문서 기반 질의응답 RAG 시스템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5A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김효진  ·  2026.08.03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0" y="548640"/>
            <a:ext cx="1920240" cy="1920240"/>
          </a:xfrm>
          <a:prstGeom prst="ellipse">
            <a:avLst/>
          </a:prstGeom>
          <a:solidFill>
            <a:srgbClr val="7A8F73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389120"/>
            <a:ext cx="1188720" cy="1188720"/>
          </a:xfrm>
          <a:prstGeom prst="ellipse">
            <a:avLst/>
          </a:prstGeom>
          <a:solidFill>
            <a:srgbClr val="C98A7D">
              <a:alpha val="6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737360" y="1783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정의와 개발 목표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제품·시스템 구조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37360" y="45262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98080" y="1783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성능·품질 검증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49808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화면·시연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98080" y="45262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성과·향후 개선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배경 및 목적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RFP에 자격·마감·평가·제출물·위험이 분산되어 검토 누락과 판단 지연이 발생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검색을 넘어 참가 판단과 실행 준비를 지원하고, 모든 AI 결과를 원문 근거와 연결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조건의 빠른 파악 · 검토 상태 저장 · 원문 검증을 통한 반복 업무 감소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49440" y="1463040"/>
            <a:ext cx="4389120" cy="429768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949440" y="1463040"/>
            <a:ext cx="4389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발견 → 핵심 파악 → 적격성 판단 → 위험 검토 → 참여 판단 → 제안 준비 → 근거 확인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PDF의 제목·표·페이지 구조를 보존하고, 검색 근거와 생성 답변을 원문 Evidence까지 연결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515600" cy="374904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10515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파싱·정제 → 구조 보존 Chunking → Embedding·Chroma / BM25 → Hybrid 검색 → LLM 답변 → Evidence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→ FastAPI → RAG Client → 팀 RAG 시스템 → 검색 근거·LLM 답변 → UI / Evidence 패널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468880" cy="3931920"/>
          </a:xfrm>
          <a:prstGeom prst="rect">
            <a:avLst/>
          </a:prstGeom>
          <a:solidFill>
            <a:srgbClr val="F1EADD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1828800"/>
            <a:ext cx="731520" cy="73152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모델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보존 Chunking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554480"/>
            <a:ext cx="2468880" cy="3931920"/>
          </a:xfrm>
          <a:prstGeom prst="rect">
            <a:avLst/>
          </a:prstGeom>
          <a:solidFill>
            <a:srgbClr val="F1EADD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828800"/>
            <a:ext cx="731520" cy="73152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데이터베이스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337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Dense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 BM25 · Hybrid RRF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468880" cy="3931920"/>
          </a:xfrm>
          <a:prstGeom prst="rect">
            <a:avLst/>
          </a:prstGeom>
          <a:solidFill>
            <a:srgbClr val="F1EADD"/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828800"/>
            <a:ext cx="731520" cy="73152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nano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/ Flash-Lite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2468880" cy="3931920"/>
          </a:xfrm>
          <a:prstGeom prst="rect">
            <a:avLst/>
          </a:prstGeom>
          <a:solidFill>
            <a:srgbClr val="F1EADD"/>
          </a:solidFill>
          <a:ln/>
        </p:spPr>
      </p:sp>
      <p:sp>
        <p:nvSpPr>
          <p:cNvPr id="17" name="Shape 15"/>
          <p:cNvSpPr/>
          <p:nvPr/>
        </p:nvSpPr>
        <p:spPr>
          <a:xfrm>
            <a:off x="9921240" y="1828800"/>
            <a:ext cx="731520" cy="73152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 / 도구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3337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FastAPI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Playwright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평가 결과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업무 탭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106ms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92608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warm 검색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A8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5→3초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체감 응답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캐시와 중복 호출 방지로 반복 사용의 체감 지연을 줄이고, 검색과 생성 시간을 분리해 병목을 진단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10515600" cy="265176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0515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검증: Playwright 기능·시각 회귀 / GitHub Actions CI / backend smoke / frontend 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저장 · 문서 탐색 · 정보 일관성 · Evidence 이동 · 예외 처리를 사용자 시나리오로 검증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65760" cy="365760"/>
          </a:xfrm>
          <a:prstGeom prst="ellipse">
            <a:avLst/>
          </a:prstGeom>
          <a:solidFill>
            <a:srgbClr val="C98A7D"/>
          </a:solidFill>
          <a:ln/>
        </p:spPr>
      </p:sp>
      <p:sp>
        <p:nvSpPr>
          <p:cNvPr id="3" name="Text 1"/>
          <p:cNvSpPr/>
          <p:nvPr/>
        </p:nvSpPr>
        <p:spPr>
          <a:xfrm>
            <a:off x="13258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시연 (Demo)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Overview에서 핵심 조건을 파악하고, Go/No-Go에서 판단 상태와 원문 Evidence를 확인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120640" cy="374904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120640" cy="3749040"/>
          </a:xfrm>
          <a:prstGeom prst="rect">
            <a:avLst/>
          </a:prstGeom>
          <a:solidFill>
            <a:srgbClr val="F1EADD"/>
          </a:solidFill>
          <a:ln w="19050">
            <a:solidFill>
              <a:srgbClr val="C9BCA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17920" y="201168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pic>
        <p:nvPicPr>
          <p:cNvPr id="500" name="Overview U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5120640" cy="3749040"/>
          </a:xfrm>
          <a:prstGeom prst="rect">
            <a:avLst/>
          </a:prstGeom>
          <a:ln w="19050">
            <a:solidFill>
              <a:srgbClr val="C98A7D"/>
            </a:solidFill>
          </a:ln>
        </p:spPr>
      </p:pic>
      <p:pic>
        <p:nvPicPr>
          <p:cNvPr id="501" name="Go No-Go U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5120640" cy="3749040"/>
          </a:xfrm>
          <a:prstGeom prst="rect">
            <a:avLst/>
          </a:prstGeom>
          <a:ln w="19050">
            <a:solidFill>
              <a:srgbClr val="C98A7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및 향후 개선 방향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5029200" cy="4114800"/>
          </a:xfrm>
          <a:prstGeom prst="rect">
            <a:avLst/>
          </a:prstGeom>
          <a:solidFill>
            <a:srgbClr val="4E5B4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잘된 점 / 성과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기술을 실제 RFP 검토 업무 흐름으로 제품화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5개 업무 탭과 3열 Workspace로 판단 흐름 구조화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분석 카드·AI 출처를 원문 Evidence에 연결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상태 저장, 실제 API 연동, 자동 회귀 검증 완성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029200" cy="4114800"/>
          </a:xfrm>
          <a:prstGeom prst="rect">
            <a:avLst/>
          </a:prstGeom>
          <a:solidFill>
            <a:srgbClr val="4E5B4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향후 개선 방향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실사용 환경으로 확장하기 위한 다음 단계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회사 실적·인력·인증과 RFP 요구사항 매칭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입찰공고·과업지시서·계약조건의 복수 문서 연계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담당자·댓글·변경 이력·권한을 포함한 협업 기능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2026-07-31T00:44:47Z</dcterms:created>
  <dcterms:modified xsi:type="dcterms:W3CDTF">2026-07-31T00:44:47Z</dcterms:modified>
</cp:coreProperties>
</file>